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5" r:id="rId13"/>
    <p:sldId id="28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9D8A3-7057-E19C-C48A-66D7C0D6E7AA}" v="157" dt="2026-05-17T05:30:33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72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421"/>
            <a:ext cx="8229600" cy="1174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CLASSIFIER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166648"/>
            <a:ext cx="8229600" cy="922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–CIS008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5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5242" y="1896591"/>
            <a:ext cx="8898758" cy="1485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3: Engelbert Ray Velasquez Mariano • Shraddha Patel • Mohamad Omer</a:t>
            </a:r>
          </a:p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C981C-6D14-8564-F6F7-886252C3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055" y="3287110"/>
            <a:ext cx="2278117" cy="1682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B5009A-72CA-9F23-6A18-B723976376DB}"/>
              </a:ext>
            </a:extLst>
          </p:cNvPr>
          <p:cNvSpPr txBox="1"/>
          <p:nvPr/>
        </p:nvSpPr>
        <p:spPr>
          <a:xfrm>
            <a:off x="1" y="3074276"/>
            <a:ext cx="6787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Github=https://github.com/Shraddha25121996/Resume_Clarification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AdvancedPythonProject_Group3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What is Resume Classification?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classification is the process of automatically categorizing job applications into specific career fields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digital hiring landscape, organizations receive thousands of applications daily from diverse candidates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reviewing each resume is impractical and inefficient, making automation essential for modern HR departments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Resume Classifier uses AI and Machine Learning to intelligently sort and match resumes with job categories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The Modern Hiring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Explosion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receive 100-1000+ applications per position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214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HR staff cannot review all applications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Loss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443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qualified candidates slip through screening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Inconsistency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673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may show unconscious biases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The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5F5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departments struggle with overwhelming volume of resume submissions in competitive job market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is time-consuming, often taking days or weeks to process applications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costs of human resource allocation for screening directly impact recruitment budgets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may overlook qualified candidates or demonstrate unconscious bias in selection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Why It Matters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hire increases with manual screening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cycle takes 40+ days for most companies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top talent to competitors during screening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burnout from repetitive tasks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AI to reduce screening to seconds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HR staff for strategic decisions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candidate quality and hiring cycles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fair and objective evaluation criteria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Definition: Our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017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An AI-powered intelligent system that classifies resumes into different professional career categories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machine learning (Logistic Regression) combined with Natural Language Processing (NLP) techniques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resume text through TF-IDF vectorization to extract meaningful features and patterns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intuitive web-based interface for real-time resume classification and candidate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Real-World Applications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🏢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thousands of applications monthly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candidates with job openings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resumes for better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🎓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657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student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Importance &amp; Benefits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Efficiency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100+ resumes in seconds instead of 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HR resource allocation and recruitment costs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qualified candidates reach right teams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unlimited volumes of applications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69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candidate skills and hiring trends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&amp;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classification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🎯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model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🔧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9718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🤖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9718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</a:rPr>
              <a:t>🔐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9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 skills matched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Libraries Used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5361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9751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97510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140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41401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529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85292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NLTK, TF-IDF Vectorizer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291840"/>
            <a:ext cx="57607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Django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730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73075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73152" cy="38404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1696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4169664"/>
            <a:ext cx="57607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MySQL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1E2761"/>
                </a:solidFill>
                <a:ea typeface="Calibri"/>
                <a:cs typeface="Calibri"/>
              </a:rPr>
              <a:t>Architecture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99705"/>
            <a:ext cx="8229600" cy="423563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BEB6C3FA-9231-95D3-AC80-DBB66F349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89" b="23474"/>
          <a:stretch>
            <a:fillRect/>
          </a:stretch>
        </p:blipFill>
        <p:spPr>
          <a:xfrm>
            <a:off x="515115" y="1077099"/>
            <a:ext cx="8129460" cy="3479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017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Models: Neural Networks and Deep Learning (LSTM, BERT) for improved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Support: Classify resumes in 20+ different languages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Enhancement: Suggest improvements and keyword optimization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Integration: Store and analyze resume trends with analytics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Application: Native iOS and Android apps for on-the-go screening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Analytics, hiring metrics, and recruitment ROI tracking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Semantics Skills Matching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ea typeface="Calibri"/>
                <a:cs typeface="Calibri"/>
              </a:rPr>
              <a:t>Improved OCR</a:t>
            </a:r>
            <a:endParaRPr lang="en-US" sz="1400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endParaRPr lang="en-US" sz="1400" dirty="0">
              <a:solidFill>
                <a:srgbClr val="2F3C7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68096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7132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Resume Classifier demonstrates the transformative power of Machine Learning and AI in modern Human Resources.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NLP, TF-IDF vectorization, and Logistic Regression, we have created an efficient, scalable solution that streamlines resume screening and enables faster, more objective hiring decisions.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exemplifies real-world applications of Python, data science, machine learning, and web development—skills essential for tomorrow's technology professionals.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662</Words>
  <Application>Microsoft Macintosh PowerPoint</Application>
  <PresentationFormat>On-screen Show (16:9)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Classifier</dc:title>
  <dc:subject>PptxGenJS Presentation</dc:subject>
  <dc:creator>Group 3 - Advanced Python Project</dc:creator>
  <cp:lastModifiedBy>Shraddhaben Natvarlal Patel</cp:lastModifiedBy>
  <cp:revision>50</cp:revision>
  <dcterms:created xsi:type="dcterms:W3CDTF">2026-05-15T21:18:21Z</dcterms:created>
  <dcterms:modified xsi:type="dcterms:W3CDTF">2026-05-17T21:22:13Z</dcterms:modified>
</cp:coreProperties>
</file>